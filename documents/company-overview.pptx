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  <p:sldId id="258" r:id="rId3"/>
  </p:sldIdLst>
  <p:sldSz cx="9144000" cy="6858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p>
            <a:r>
              <a:rPr lang="en-US" sz="3600" b="1"/>
              <a:t>Company Overview</a:t>
            </a:r>
          </a:p>
        </p:txBody>
      </p:sp>
      <p:sp>
        <p:nvSpPr>
          <p:cNvPr id="3" name="Body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p>
            <a:r>
              <a:rPr lang="en-US" sz="2400"/>
              <a:t>Acme Corp — Building the future of productivity tools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p>
            <a:r>
              <a:rPr lang="en-US" sz="3600" b="1"/>
              <a:t>Q1 Highlights</a:t>
            </a:r>
          </a:p>
        </p:txBody>
      </p:sp>
      <p:sp>
        <p:nvSpPr>
          <p:cNvPr id="3" name="Body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p>
            <a:r>
              <a:rPr lang="en-US" sz="2400"/>
              <a:t>Revenue up 15% | 1,200 new customers | Team grew to 85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p>
            <a:r>
              <a:rPr lang="en-US" sz="3600" b="1"/>
              <a:t>Looking Ahead</a:t>
            </a:r>
          </a:p>
        </p:txBody>
      </p:sp>
      <p:sp>
        <p:nvSpPr>
          <p:cNvPr id="3" name="Body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p>
            <a:r>
              <a:rPr lang="en-US" sz="2400"/>
              <a:t>Mobile app launch in Q2 | API v2 | International expansion</a:t>
            </a:r>
          </a:p>
        </p:txBody>
      </p:sp>
    </p:spTree>
  </p:cSld>
</p:sld>
</file>